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beffadf4-26d8-59b3-36db-d5d7ea3d8bc9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17320"/>
            <a:ext cx="109728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Signal-Based Process Controller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with an Intelligent Watchdog, Real-Time Monitoring and Fault Recovery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Operating Systems project  |  C + Python (Tkinter)  |  POSIX signals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the project does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central controller (sigctld) creates real worker processes with fork() and execv(), controls them with real POSIX signals, and recovers failed ones automatically. A dashboard shows only verified state.</a:t>
            </a:r>
            <a:endParaRPr lang="en-US" sz="1400" dirty="0"/>
          </a:p>
        </p:txBody>
      </p:sp>
      <p:sp>
        <p:nvSpPr>
          <p:cNvPr id="4" name="Card Real control"/>
          <p:cNvSpPr/>
          <p:nvPr/>
        </p:nvSpPr>
        <p:spPr>
          <a:xfrm>
            <a:off x="548640" y="224028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40280"/>
            <a:ext cx="73152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 control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Pause = SIGSTOP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Resume = SIGCONT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Stop = SIGTERM, then SIGKILL after a grace period. Nothing is simulated.</a:t>
            </a:r>
            <a:endParaRPr lang="en-US" sz="1200" dirty="0"/>
          </a:p>
        </p:txBody>
      </p:sp>
      <p:sp>
        <p:nvSpPr>
          <p:cNvPr id="8" name="Card Verified state"/>
          <p:cNvSpPr/>
          <p:nvPr/>
        </p:nvSpPr>
        <p:spPr>
          <a:xfrm>
            <a:off x="3291840" y="224028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240280"/>
            <a:ext cx="73152" cy="21945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Verified state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7432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Paused only after waitpid(WUNTRACED) reports it. Exited only after the status is reaped. /proc gives CPU and memory.</a:t>
            </a:r>
            <a:endParaRPr lang="en-US" sz="1200" dirty="0"/>
          </a:p>
        </p:txBody>
      </p:sp>
      <p:sp>
        <p:nvSpPr>
          <p:cNvPr id="12" name="Card Self-healing"/>
          <p:cNvSpPr/>
          <p:nvPr/>
        </p:nvSpPr>
        <p:spPr>
          <a:xfrm>
            <a:off x="6035040" y="224028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240280"/>
            <a:ext cx="73152" cy="2194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Self-healing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432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watchdog restarts crashed workers with a restart limit and exponential backoff, and logs every decision.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Card Clients"/>
          <p:cNvSpPr/>
          <p:nvPr/>
        </p:nvSpPr>
        <p:spPr>
          <a:xfrm>
            <a:off x="548640" y="1463040"/>
            <a:ext cx="228600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73152" cy="21031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1920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Tkinter dashboard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sigctl command-line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Address workers by registry ID, never by PID.</a:t>
            </a:r>
            <a:endParaRPr lang="en-US" sz="1200" dirty="0"/>
          </a:p>
        </p:txBody>
      </p:sp>
      <p:sp>
        <p:nvSpPr>
          <p:cNvPr id="7" name="Card Controller: sigctld"/>
          <p:cNvSpPr/>
          <p:nvPr/>
        </p:nvSpPr>
        <p:spPr>
          <a:xfrm>
            <a:off x="3383280" y="1463040"/>
            <a:ext cx="246888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463040"/>
            <a:ext cx="73152" cy="2103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Controller: sigctld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96596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Event loop, registry, watchdog, JSON-lines logger, IPC server. Single instance (flock).</a:t>
            </a:r>
            <a:endParaRPr lang="en-US" sz="1200" dirty="0"/>
          </a:p>
        </p:txBody>
      </p:sp>
      <p:sp>
        <p:nvSpPr>
          <p:cNvPr id="11" name="Card Workers: sigworker"/>
          <p:cNvSpPr/>
          <p:nvPr/>
        </p:nvSpPr>
        <p:spPr>
          <a:xfrm>
            <a:off x="6400800" y="1463040"/>
            <a:ext cx="21945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463040"/>
            <a:ext cx="73152" cy="2103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Workers: sigworker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196596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primes, hasher, sorter, plus test profiles crashy, flaky, sleepy.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80360" y="2331720"/>
            <a:ext cx="457200" cy="32004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331720"/>
            <a:ext cx="457200" cy="32004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Unix domain socket (SO_PEERCRED)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fork() + execv(), signals, pipe replies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Signals used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Confirmed by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Pause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SIGSTOP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waitpid(WUNTRACED)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Resume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SIGCONT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WCONTINUED or handshake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Status report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SIGUSR1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reply through worker pipe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Diagnostic snapshot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SIGUSR2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reply through worker pipe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Graceful stop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SIGTERM (then SIGKILL)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waitpid() exit status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Child ended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SIGCHLD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reaped, no zombies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Handlers only set flags and write to a self-pipe (async-signal-safe). Workers block signals and read them with sigtimedwait().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Intelligent watchdog</a:t>
            </a:r>
            <a:endParaRPr lang="en-US" sz="2800" dirty="0"/>
          </a:p>
        </p:txBody>
      </p:sp>
      <p:sp>
        <p:nvSpPr>
          <p:cNvPr id="3" name="Card It tells failures apart"/>
          <p:cNvSpPr/>
          <p:nvPr/>
        </p:nvSpPr>
        <p:spPr>
          <a:xfrm>
            <a:off x="548640" y="1371600"/>
            <a:ext cx="39319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 tells failures apart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Intentional stop vs crash, crash vs normal exit, start failure vs runtime failure, slow worker vs dead worker.</a:t>
            </a:r>
            <a:endParaRPr lang="en-US" sz="1200" dirty="0"/>
          </a:p>
        </p:txBody>
      </p:sp>
      <p:sp>
        <p:nvSpPr>
          <p:cNvPr id="7" name="Card Restart policy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Restart policy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max_restarts = 3 consecutive failures. Delay starts at 1 s and doubles to a 16 s cap. Count resets after 30 s of stable uptime.</a:t>
            </a:r>
            <a:endParaRPr lang="en-US" sz="1200" dirty="0"/>
          </a:p>
        </p:txBody>
      </p:sp>
      <p:sp>
        <p:nvSpPr>
          <p:cNvPr id="11" name="Card Health checks"/>
          <p:cNvSpPr/>
          <p:nvPr/>
        </p:nvSpPr>
        <p:spPr>
          <a:xfrm>
            <a:off x="548640" y="3108960"/>
            <a:ext cx="39319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08960"/>
            <a:ext cx="73152" cy="13716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Health checks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500 ms via /proc. A status request unanswered within 2 s marks the worker unresponsive.</a:t>
            </a:r>
            <a:endParaRPr lang="en-US" sz="1200" dirty="0"/>
          </a:p>
        </p:txBody>
      </p:sp>
      <p:sp>
        <p:nvSpPr>
          <p:cNvPr id="15" name="Card Fault injection"/>
          <p:cNvSpPr/>
          <p:nvPr/>
        </p:nvSpPr>
        <p:spPr>
          <a:xfrm>
            <a:off x="4663440" y="3108960"/>
            <a:ext cx="39319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108960"/>
            <a:ext cx="73152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Fault injection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FAULT &lt;id&gt; crash | segv | hang | exit makes a worker fail on purpose for testing.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Safety and robustness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Signals only its own unreaped children; parent PID checked in /proc before every kill()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Each worker in its own process group; PR_SET_PDEATHSIG stops orphans if the controller dies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Single-instance flock, stale-socket recovery, same-user check, refuses to run as root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SIGHUP reloads the configuration; every event persisted to a JSON-lines 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Testing and how to run</a:t>
            </a:r>
            <a:endParaRPr lang="en-US" sz="2800" dirty="0"/>
          </a:p>
        </p:txBody>
      </p:sp>
      <p:sp>
        <p:nvSpPr>
          <p:cNvPr id="3" name="Card Testing"/>
          <p:cNvSpPr/>
          <p:nvPr/>
        </p:nvSpPr>
        <p:spPr>
          <a:xfrm>
            <a:off x="548640" y="1371600"/>
            <a:ext cx="393192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30175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72 unit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21 integration tests on real processes (14 required scenarios + 7 edge cases)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GUI smoke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All pass under AddressSanitizer and UndefinedBehaviorSanitizer</a:t>
            </a:r>
            <a:endParaRPr lang="en-US" sz="1200" dirty="0"/>
          </a:p>
        </p:txBody>
      </p:sp>
      <p:sp>
        <p:nvSpPr>
          <p:cNvPr id="7" name="Card Run it (Linux / WSL2)"/>
          <p:cNvSpPr/>
          <p:nvPr/>
        </p:nvSpPr>
        <p:spPr>
          <a:xfrm>
            <a:off x="4663440" y="1371600"/>
            <a:ext cx="393192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71600"/>
            <a:ext cx="73152" cy="3017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it (Linux / WSL2)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./scripts/setup_ubuntu.sh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make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./scripts/start.sh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CLI: ./build/sigctl SPAWN primes, then LIST, PAUSE 1, RESUME 1, STOP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Ctl">
  <a:themeElements>
    <a:clrScheme name="SigCtl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4B8A6"/>
      </a:accent1>
      <a:accent2>
        <a:srgbClr val="F59E0B"/>
      </a:accent2>
      <a:accent3>
        <a:srgbClr val="6366F1"/>
      </a:accent3>
      <a:accent4>
        <a:srgbClr val="EF4444"/>
      </a:accent4>
      <a:accent5>
        <a:srgbClr val="22C55E"/>
      </a:accent5>
      <a:accent6>
        <a:srgbClr val="64748B"/>
      </a:accent6>
      <a:hlink>
        <a:srgbClr val="14B8A6"/>
      </a:hlink>
      <a:folHlink>
        <a:srgbClr val="64748B"/>
      </a:folHlink>
    </a:clrScheme>
    <a:fontScheme name="SigCt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Signal-Based Process Controller</dc:title>
  <dc:subject>PptxGenJS Presentation</dc:subject>
  <dc:creator>PptxGenJS</dc:creator>
  <cp:lastModifiedBy>PptxGenJS</cp:lastModifiedBy>
  <cp:revision>1</cp:revision>
  <dcterms:created xsi:type="dcterms:W3CDTF">2026-10-17T05:15:06Z</dcterms:created>
  <dcterms:modified xsi:type="dcterms:W3CDTF">2026-10-17T05:15:06Z</dcterms:modified>
</cp:coreProperties>
</file>